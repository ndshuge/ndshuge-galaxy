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FD242-C637-FAA5-0773-FCAFC1FA2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9D46BB-B078-E6FB-B400-DE8523131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80F1B8-7D95-B5C3-F66D-EB9A1FF11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3C676-B394-CD33-A01D-30456A28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1F9B94-0886-D356-AAFC-6C88BC27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50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70F77-1208-54B8-6BB3-B9C75AD0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4B58B0-B236-6DBA-AB01-25B03E24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599BDB-7730-AD40-AC65-4567F1EE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BE4BEA-D5D0-C8AA-9001-49E00362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4F21F7-E510-AAE4-2C9D-4450D0E7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28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23797-A15E-17A0-DFC8-6A419285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2C1F84-F5A8-8AF1-5A7E-B1CFBC3AE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7AFC31-474A-4D3B-0A71-1FC7C573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9713E0-CEB6-D2FC-FFC4-61351458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854A5-9624-D615-F346-6411608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067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C7B55-6F06-A3ED-368F-73674BA8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C72477-6E92-5992-3506-089639BCB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F44F18-BEFB-F6B5-256B-D59622D1E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728261-274B-E547-BA77-BC2DF97C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BF74CA-5874-B64E-018B-A6724846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D5669D-7AC9-30E6-DB9D-CB5C0983A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01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6B644-A756-E199-1B86-06DC00F87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5BE74-7957-83B3-ADC9-B546E68F9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E415BF-3660-606C-BB5C-4E6B6AB23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12FF79-CC2A-6D25-4CA6-CA9DBFA64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A3BCA4-AE10-1DE7-8762-1B068B33A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2CDEC5-0633-5C25-2E38-9DFBB0D7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D25E2F-0909-75D0-9BEF-2828EFB7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57C1F7-CCB9-FA1B-16AC-4BEAC6A1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64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5A875-CC64-F6B5-0F3F-F56AB1CD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DED26F-B98C-85C0-D430-CF39E799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C46A81-DF31-E97F-7FF6-318CB394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5DD43F-3EE9-3987-2DAD-926854E2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79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9AB6C0-7824-C23C-55E3-BEBEE91B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9829EB-A8C4-9137-9048-7108A74D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07407E-8EC4-CE4B-764E-767FEEDF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106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BDEA2-11F4-9244-AC56-7E2095B1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694D79-F713-EEA0-8ED3-246B5C750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F37DD-AA66-8A9C-5B63-17CD3CCD6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1A3550-5D2F-FA06-E8EB-9B110C47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F57A8-B650-B3E2-AFD6-DC2A5B7F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7CDA9C-BFDD-299A-EE54-45B73AC8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97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7B6E4-AEBA-435D-F43D-C1E10F8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4166BE-6436-3ED6-78C3-3F536A57C24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97AFFB-1292-7E7D-A69A-80B62D756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0763E0-ADE7-E23F-9657-2F3DAC05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480B6C-5B63-7251-75CB-38AF7A48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A0B6BE-EEB8-2924-7FCB-F1C8E6E9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12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25E83-4333-F82A-AA88-0E15E56E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95DFCA-4413-E0E3-BDE9-42751105B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D1A173-9CBA-5AD4-D1E5-94772AF4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261AB2-5D30-33FD-9C4C-F5465230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6D0CC4-BC71-37C4-8785-CE10AD44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864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82705F-A455-3B22-F94A-78A96CFFA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992027-F8B1-EB36-A458-4D29AE66F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6E371D-0A2C-51DD-909E-7DCB800FD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E452BC-49F1-3BF2-784F-8A51C8C7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7552B8-059C-87B7-9E6F-3F025ECB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55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913F89-263E-156A-8AAF-F7E59401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EA2357-102F-D728-D87F-890EA8930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8817E3-3B07-DDB5-EE9E-4030CE8D8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FAC9D-76D9-449A-9CA6-8C901FDC56F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097CA-C306-ECF1-6381-0CA685CC6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91F20-453C-5E00-8F02-344FE2C4A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75498-C4C5-4949-8920-212828B55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816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67D61A-4261-F7A5-4D63-7C8246BB8A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7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CC54785-F25C-F870-80B6-A4276CEB32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6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81A5B36-865F-AE26-33D2-1A16D63077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19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shuge nd</dc:creator>
  <cp:lastModifiedBy>shuge nd</cp:lastModifiedBy>
  <cp:revision>1</cp:revision>
  <dcterms:created xsi:type="dcterms:W3CDTF">2026-10-29T13:27:37Z</dcterms:created>
  <dcterms:modified xsi:type="dcterms:W3CDTF">2026-10-29T13:27:37Z</dcterms:modified>
</cp:coreProperties>
</file>