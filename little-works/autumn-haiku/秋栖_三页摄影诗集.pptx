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420624"/>
            <a:ext cx="6510528" cy="5980176"/>
          </a:xfrm>
          <a:prstGeom prst="rect">
            <a:avLst/>
          </a:prstGeom>
          <a:solidFill>
            <a:srgbClr val="F0E5D5"/>
          </a:solidFill>
          <a:ln w="12700">
            <a:solidFill>
              <a:srgbClr val="F0E5D5"/>
            </a:solidFill>
            <a:prstDash val="solid"/>
          </a:ln>
        </p:spPr>
      </p:sp>
      <p:pic>
        <p:nvPicPr>
          <p:cNvPr id="3" name="Image 0" descr="E:\CHATGPT\outputs\haiku_autumn_20261029\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475488"/>
            <a:ext cx="640080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566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70" kern="0" dirty="0">
                <a:solidFill>
                  <a:srgbClr val="B6C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FIELD  NOTE    /    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13232" y="1362456"/>
            <a:ext cx="82296" cy="521208"/>
          </a:xfrm>
          <a:prstGeom prst="rect">
            <a:avLst/>
          </a:prstGeom>
          <a:solidFill>
            <a:srgbClr val="A43A31"/>
          </a:solidFill>
          <a:ln w="12700">
            <a:solidFill>
              <a:srgbClr val="A43A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828800"/>
            <a:ext cx="4069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200" kern="0" dirty="0">
                <a:solidFill>
                  <a:srgbClr val="F0E5D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秋栖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804672" y="380390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D4D6C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一帧秋色，三行短诗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04672" y="4901184"/>
            <a:ext cx="3602736" cy="0"/>
          </a:xfrm>
          <a:prstGeom prst="line">
            <a:avLst/>
          </a:prstGeom>
          <a:noFill/>
          <a:ln w="8890">
            <a:solidFill>
              <a:srgbClr val="667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5129784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AA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MAPLE  ·  A RESTING BIRD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" y="5998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50" kern="0" dirty="0">
                <a:solidFill>
                  <a:srgbClr val="92A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AUTUMN /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49224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8C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521208"/>
            <a:ext cx="5358384" cy="5815584"/>
          </a:xfrm>
          <a:prstGeom prst="rect">
            <a:avLst/>
          </a:prstGeom>
          <a:solidFill>
            <a:srgbClr val="E6E0D4"/>
          </a:solidFill>
          <a:ln w="12700">
            <a:solidFill>
              <a:srgbClr val="E6E0D4"/>
            </a:solidFill>
            <a:prstDash val="solid"/>
          </a:ln>
        </p:spPr>
      </p:sp>
      <p:pic>
        <p:nvPicPr>
          <p:cNvPr id="3" name="Image 0" descr="E:\CHATGPT\outputs\haiku_autumn_20261029\po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612648"/>
            <a:ext cx="5175504" cy="56327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37960" y="7863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70" kern="0" dirty="0">
                <a:solidFill>
                  <a:srgbClr val="687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HAIKU    /    05 · 07 · 05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537960" y="1243584"/>
            <a:ext cx="4507992" cy="0"/>
          </a:xfrm>
          <a:prstGeom prst="line">
            <a:avLst/>
          </a:prstGeom>
          <a:noFill/>
          <a:ln w="8890">
            <a:solidFill>
              <a:srgbClr val="B3BEB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6248" y="1554480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200" kern="0" dirty="0">
                <a:solidFill>
                  <a:srgbClr val="252D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秋栖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6556248" y="2359152"/>
            <a:ext cx="502920" cy="41148"/>
          </a:xfrm>
          <a:prstGeom prst="rect">
            <a:avLst/>
          </a:prstGeom>
          <a:solidFill>
            <a:srgbClr val="A43A31"/>
          </a:solidFill>
          <a:ln w="12700">
            <a:solidFill>
              <a:srgbClr val="A43A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56248" y="2761488"/>
            <a:ext cx="4855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363E3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红叶染秋光，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556248" y="3602736"/>
            <a:ext cx="5102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363E3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小鸟独栖斜枝上。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556248" y="4443984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363E3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风过不留声。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6556248" y="5340096"/>
            <a:ext cx="4489704" cy="0"/>
          </a:xfrm>
          <a:prstGeom prst="line">
            <a:avLst/>
          </a:prstGeom>
          <a:noFill/>
          <a:ln w="8890">
            <a:solidFill>
              <a:srgbClr val="B3BE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56248" y="5586984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80" kern="0" dirty="0">
                <a:solidFill>
                  <a:srgbClr val="6C75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  /  形  /  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55680" y="649224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8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3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70" kern="0" dirty="0">
                <a:solidFill>
                  <a:srgbClr val="B6C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SILENCE    /   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9808" y="129844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F0E5D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一帧秋色，三重回响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58952" y="2148840"/>
            <a:ext cx="5349240" cy="0"/>
          </a:xfrm>
          <a:prstGeom prst="line">
            <a:avLst/>
          </a:prstGeom>
          <a:noFill/>
          <a:ln w="8890">
            <a:solidFill>
              <a:srgbClr val="6C80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328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68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2487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0E5D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148840" y="25557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BD1C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红叶先映入眼帘，点亮秋的温度。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346704"/>
            <a:ext cx="4690872" cy="0"/>
          </a:xfrm>
          <a:prstGeom prst="line">
            <a:avLst/>
          </a:prstGeom>
          <a:noFill/>
          <a:ln w="6350">
            <a:solidFill>
              <a:srgbClr val="4D6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6758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68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3630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0E5D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形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148840" y="36987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BD1C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鸟儿停在斜枝，仿佛留住一瞬。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489704"/>
            <a:ext cx="4690872" cy="0"/>
          </a:xfrm>
          <a:prstGeom prst="line">
            <a:avLst/>
          </a:prstGeom>
          <a:noFill/>
          <a:ln w="6350">
            <a:solidFill>
              <a:srgbClr val="4D6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8188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68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773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0E5D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声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148840" y="48417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BD1C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以“无声”收尾，把余韵交还给风。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93408" y="621792"/>
            <a:ext cx="4974336" cy="5632704"/>
          </a:xfrm>
          <a:prstGeom prst="rect">
            <a:avLst/>
          </a:prstGeom>
          <a:solidFill>
            <a:srgbClr val="EFE6D9"/>
          </a:solidFill>
          <a:ln w="12700">
            <a:solidFill>
              <a:srgbClr val="EFE6D9"/>
            </a:solidFill>
            <a:prstDash val="solid"/>
          </a:ln>
        </p:spPr>
      </p:sp>
      <p:pic>
        <p:nvPicPr>
          <p:cNvPr id="17" name="Image 0" descr="E:\CHATGPT\outputs\haiku_autumn_20261029\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704" y="704088"/>
            <a:ext cx="4809744" cy="54681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58952" y="6190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2C3B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秋，是一场轻声的停留。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155680" y="649224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Personal Editorial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秋栖｜A small poem for autumn</dc:title>
  <dc:subject>原创照片中文俳句《秋栖》三页摄影诗集</dc:subject>
  <dc:creator>SHUGE Publication Studio / PPT Design OS</dc:creator>
  <cp:lastModifiedBy>SHUGE Publication Studio / PPT Design OS</cp:lastModifiedBy>
  <cp:revision>1</cp:revision>
  <dcterms:created xsi:type="dcterms:W3CDTF">2026-10-29T05:20:33Z</dcterms:created>
  <dcterms:modified xsi:type="dcterms:W3CDTF">2026-10-29T05:20:33Z</dcterms:modified>
</cp:coreProperties>
</file>