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7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STUDY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10963656" cy="0"/>
          </a:xfrm>
          <a:prstGeom prst="line">
            <a:avLst/>
          </a:prstGeom>
          <a:noFill/>
          <a:ln w="8890">
            <a:solidFill>
              <a:srgbClr val="BEC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887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0" b="1" spc="-150" kern="0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微观</a:t>
            </a:r>
            <a:endParaRPr lang="en-US" sz="7100" dirty="0"/>
          </a:p>
        </p:txBody>
      </p:sp>
      <p:sp>
        <p:nvSpPr>
          <p:cNvPr id="5" name="Text 3"/>
          <p:cNvSpPr/>
          <p:nvPr/>
        </p:nvSpPr>
        <p:spPr>
          <a:xfrm>
            <a:off x="658368" y="22402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0" b="1" spc="-150" kern="0" dirty="0">
                <a:solidFill>
                  <a:srgbClr val="637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宇宙。</a:t>
            </a:r>
            <a:endParaRPr lang="en-US" sz="7100" dirty="0"/>
          </a:p>
        </p:txBody>
      </p:sp>
      <p:sp>
        <p:nvSpPr>
          <p:cNvPr id="6" name="Text 4"/>
          <p:cNvSpPr/>
          <p:nvPr/>
        </p:nvSpPr>
        <p:spPr>
          <a:xfrm>
            <a:off x="685800" y="3776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B49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MATTER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4434840"/>
            <a:ext cx="3063240" cy="0"/>
          </a:xfrm>
          <a:prstGeom prst="line">
            <a:avLst/>
          </a:prstGeom>
          <a:noFill/>
          <a:ln w="12700">
            <a:solidFill>
              <a:srgbClr val="6378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4718304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秩序并非运动的反面，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而是运动留下的形状。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" y="5824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378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scientific instrument for the invisible.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4768" y="1197864"/>
            <a:ext cx="5440680" cy="4983480"/>
          </a:xfrm>
          <a:prstGeom prst="rect">
            <a:avLst/>
          </a:prstGeom>
          <a:solidFill>
            <a:srgbClr val="10191B"/>
          </a:solidFill>
          <a:ln w="12700">
            <a:solidFill>
              <a:srgbClr val="657B75"/>
            </a:solidFill>
            <a:prstDash val="solid"/>
          </a:ln>
        </p:spPr>
      </p:sp>
      <p:pic>
        <p:nvPicPr>
          <p:cNvPr id="11" name="Image 0" descr="E:\CHATGPT\projects\interactive-matter-20261029\presentation\scene-partic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1362456"/>
            <a:ext cx="5276088" cy="44439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594360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37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01  /  A FIELD OF MOVING MATTER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" y="6428232"/>
            <a:ext cx="11018520" cy="0"/>
          </a:xfrm>
          <a:prstGeom prst="line">
            <a:avLst/>
          </a:prstGeom>
          <a:noFill/>
          <a:ln w="8890">
            <a:solidFill>
              <a:srgbClr val="C7C9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" y="653796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7480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SHUGE / INTERACTIVE MATTER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17720" y="653796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480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INSTRUMENT FOR THE INVISIBLE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753344" y="652881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480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9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STUDY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21792" y="81381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EDEF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三个世界，一种持续的观察。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2646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70" kern="0" dirty="0">
                <a:solidFill>
                  <a:srgbClr val="93A8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EXPERIMENTS. ONE CONTINUOUS EXPERIENCE.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911096"/>
            <a:ext cx="3520440" cy="2670048"/>
          </a:xfrm>
          <a:prstGeom prst="rect">
            <a:avLst/>
          </a:prstGeom>
          <a:solidFill>
            <a:srgbClr val="22312D"/>
          </a:solidFill>
          <a:ln w="12700">
            <a:solidFill>
              <a:srgbClr val="3A5149"/>
            </a:solidFill>
            <a:prstDash val="solid"/>
          </a:ln>
        </p:spPr>
      </p:sp>
      <p:pic>
        <p:nvPicPr>
          <p:cNvPr id="6" name="Image 0" descr="E:\CHATGPT\projects\interactive-matter-20261029\presentation\scene-partic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65960"/>
            <a:ext cx="3410712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782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5129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EDEF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2148840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2A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施加力场，见证漂移、环流与晶格。</a:t>
            </a:r>
            <a:endParaRPr lang="en-US" sz="1140" dirty="0"/>
          </a:p>
        </p:txBody>
      </p:sp>
      <p:sp>
        <p:nvSpPr>
          <p:cNvPr id="11" name="Shape 8"/>
          <p:cNvSpPr/>
          <p:nvPr/>
        </p:nvSpPr>
        <p:spPr>
          <a:xfrm>
            <a:off x="4517136" y="1911096"/>
            <a:ext cx="3520440" cy="2670048"/>
          </a:xfrm>
          <a:prstGeom prst="rect">
            <a:avLst/>
          </a:prstGeom>
          <a:solidFill>
            <a:srgbClr val="22312D"/>
          </a:solidFill>
          <a:ln w="12700">
            <a:solidFill>
              <a:srgbClr val="3A5149"/>
            </a:solidFill>
            <a:prstDash val="solid"/>
          </a:ln>
        </p:spPr>
      </p:sp>
      <p:pic>
        <p:nvPicPr>
          <p:cNvPr id="12" name="Image 1" descr="E:\CHATGPT\projects\interactive-matter-20261029\presentation\scene-structu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65960"/>
            <a:ext cx="3410712" cy="2560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7136" y="4782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B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17136" y="5129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EDEF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6025896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2A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17136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旋转晶体，从原子到几何关系。</a:t>
            </a:r>
            <a:endParaRPr lang="en-US" sz="1140" dirty="0"/>
          </a:p>
        </p:txBody>
      </p:sp>
      <p:sp>
        <p:nvSpPr>
          <p:cNvPr id="17" name="Shape 13"/>
          <p:cNvSpPr/>
          <p:nvPr/>
        </p:nvSpPr>
        <p:spPr>
          <a:xfrm>
            <a:off x="8394192" y="1911096"/>
            <a:ext cx="3520440" cy="2670048"/>
          </a:xfrm>
          <a:prstGeom prst="rect">
            <a:avLst/>
          </a:prstGeom>
          <a:solidFill>
            <a:srgbClr val="22312D"/>
          </a:solidFill>
          <a:ln w="12700">
            <a:solidFill>
              <a:srgbClr val="3A5149"/>
            </a:solidFill>
            <a:prstDash val="solid"/>
          </a:ln>
        </p:spPr>
      </p:sp>
      <p:pic>
        <p:nvPicPr>
          <p:cNvPr id="18" name="Image 2" descr="E:\CHATGPT\projects\interactive-matter-20261029\presentation\scene-emergen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965960"/>
            <a:ext cx="3410712" cy="2560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47823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C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394192" y="51297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EDEF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涌现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9902952" y="53400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2A5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394192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5C0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改变反应规则，让形态自行生长。</a:t>
            </a:r>
            <a:endParaRPr lang="en-US" sz="1140" dirty="0"/>
          </a:p>
        </p:txBody>
      </p:sp>
      <p:sp>
        <p:nvSpPr>
          <p:cNvPr id="23" name="Shape 18"/>
          <p:cNvSpPr/>
          <p:nvPr/>
        </p:nvSpPr>
        <p:spPr>
          <a:xfrm>
            <a:off x="594360" y="6428232"/>
            <a:ext cx="11018520" cy="0"/>
          </a:xfrm>
          <a:prstGeom prst="line">
            <a:avLst/>
          </a:prstGeom>
          <a:noFill/>
          <a:ln w="8890">
            <a:solidFill>
              <a:srgbClr val="34443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0936" y="653796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8897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SHUGE / INTERACTIVE MATTER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617720" y="653796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7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INSTRUMENT FOR THE INVISIBLE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10753344" y="652881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897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75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37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STUDY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21792" y="868680"/>
            <a:ext cx="10936224" cy="0"/>
          </a:xfrm>
          <a:prstGeom prst="line">
            <a:avLst/>
          </a:prstGeom>
          <a:noFill/>
          <a:ln w="8890">
            <a:solidFill>
              <a:srgbClr val="BEC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6812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3700" b="1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用精密的方式，</a:t>
            </a:r>
            <a:endParaRPr lang="en-US" sz="3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700" b="1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触摸不可见的世界。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94944" y="314553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ENGINE. THREE OBSERVATIONS.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" y="3584448"/>
            <a:ext cx="5660136" cy="0"/>
          </a:xfrm>
          <a:prstGeom prst="line">
            <a:avLst/>
          </a:prstGeom>
          <a:noFill/>
          <a:ln w="8890">
            <a:solidFill>
              <a:srgbClr val="BEC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85032"/>
            <a:ext cx="411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3666744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物理响应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51760" y="3685032"/>
            <a:ext cx="3694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37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三维位置、速度、受力连续更新，光标介入微观运动。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713232" y="4343400"/>
            <a:ext cx="5660136" cy="0"/>
          </a:xfrm>
          <a:prstGeom prst="line">
            <a:avLst/>
          </a:prstGeom>
          <a:noFill/>
          <a:ln w="8890">
            <a:solidFill>
              <a:srgbClr val="BEC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43984"/>
            <a:ext cx="411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442569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程序化结构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4443984"/>
            <a:ext cx="3694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37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面心立方晶格、实例化原子与键、真实透视和材质。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13232" y="5102352"/>
            <a:ext cx="5660136" cy="0"/>
          </a:xfrm>
          <a:prstGeom prst="line">
            <a:avLst/>
          </a:prstGeom>
          <a:noFill/>
          <a:ln w="8890">
            <a:solidFill>
              <a:srgbClr val="BEC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202936"/>
            <a:ext cx="411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492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518464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5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局部规则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51760" y="5202936"/>
            <a:ext cx="36941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378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Gray–Scott 反应扩散，参数可变、状态可保存与恢复。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876288" y="1298448"/>
            <a:ext cx="4663440" cy="4251960"/>
          </a:xfrm>
          <a:prstGeom prst="rect">
            <a:avLst/>
          </a:prstGeom>
          <a:solidFill>
            <a:srgbClr val="10191B"/>
          </a:solidFill>
          <a:ln w="12700">
            <a:solidFill>
              <a:srgbClr val="607970"/>
            </a:solidFill>
            <a:prstDash val="solid"/>
          </a:ln>
        </p:spPr>
      </p:sp>
      <p:pic>
        <p:nvPicPr>
          <p:cNvPr id="19" name="Image 0" descr="E:\CHATGPT\projects\interactive-matter-20261029\presentation\scene-emerge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4517136" cy="31546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104888" y="4672584"/>
            <a:ext cx="4187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7BA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 IS THE INSTRUMENT.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04888" y="5065776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2D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 / Touch / Keyboard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4944" y="5971032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37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Three.js · Vite · WebGL · Procedural Geometry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4360" y="6428232"/>
            <a:ext cx="11018520" cy="0"/>
          </a:xfrm>
          <a:prstGeom prst="line">
            <a:avLst/>
          </a:prstGeom>
          <a:noFill/>
          <a:ln w="8890">
            <a:solidFill>
              <a:srgbClr val="C7C9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" y="653796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7480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SHUGE / INTERACTIVE MATTER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17720" y="6537960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480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INSTRUMENT FOR THE INVISIBLE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753344" y="652881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480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SHUGE GALAXY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微观宇宙｜Interactive Matter</dc:title>
  <dc:subject>微观宇宙：交互式物质艺术作品</dc:subject>
  <dc:creator>SHUGE</dc:creator>
  <cp:lastModifiedBy>SHUGE</cp:lastModifiedBy>
  <cp:revision>1</cp:revision>
  <dcterms:created xsi:type="dcterms:W3CDTF">2026-10-29T13:50:10Z</dcterms:created>
  <dcterms:modified xsi:type="dcterms:W3CDTF">2026-10-29T13:50:10Z</dcterms:modified>
</cp:coreProperties>
</file>